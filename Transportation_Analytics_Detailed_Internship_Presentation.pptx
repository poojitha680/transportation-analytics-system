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Transportation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</a:t>
            </a:r>
          </a:p>
          <a:p>
            <a:r>
              <a:t>Poojitha Gollapudi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Efficiency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 Identify fuel-efficient vehicles</a:t>
            </a:r>
          </a:p>
          <a:p>
            <a:pPr lvl="1"/>
            <a:r>
              <a:t>Fuel consumption analyzed per vehicle</a:t>
            </a:r>
          </a:p>
          <a:p>
            <a:pPr lvl="1"/>
            <a:r>
              <a:t>Efficiency ranking generated</a:t>
            </a:r>
          </a:p>
          <a:p>
            <a:pPr lvl="1"/>
            <a:r>
              <a:t>Helps reduce operational fuel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Per Route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 Analyze route-wise transportation cost</a:t>
            </a:r>
          </a:p>
          <a:p>
            <a:pPr lvl="1"/>
            <a:r>
              <a:t>Cost per kilometer calculated</a:t>
            </a:r>
          </a:p>
          <a:p>
            <a:pPr lvl="1"/>
            <a:r>
              <a:t>High-cost routes identified</a:t>
            </a:r>
          </a:p>
          <a:p>
            <a:pPr lvl="1"/>
            <a:r>
              <a:t>Supports route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Delay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 Understand delivery delays</a:t>
            </a:r>
          </a:p>
          <a:p>
            <a:pPr lvl="1"/>
            <a:r>
              <a:t>Delay distribution analyzed</a:t>
            </a:r>
          </a:p>
          <a:p>
            <a:pPr lvl="1"/>
            <a:r>
              <a:t>Peak delay intervals identified</a:t>
            </a:r>
          </a:p>
          <a:p>
            <a:pPr lvl="1"/>
            <a:r>
              <a:t>Helps improve delivery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 Evaluate driver efficiency</a:t>
            </a:r>
          </a:p>
          <a:p>
            <a:pPr lvl="1"/>
            <a:r>
              <a:t>Performance metrics calculated</a:t>
            </a:r>
          </a:p>
          <a:p>
            <a:pPr lvl="1"/>
            <a:r>
              <a:t>Top and low performers identified</a:t>
            </a:r>
          </a:p>
          <a:p>
            <a:pPr lvl="1"/>
            <a:r>
              <a:t>Supports performance improvement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 Identify relationships between variables</a:t>
            </a:r>
          </a:p>
          <a:p>
            <a:pPr lvl="1"/>
            <a:r>
              <a:t>Correlation heatmap generated</a:t>
            </a:r>
          </a:p>
          <a:p>
            <a:pPr lvl="1"/>
            <a:r>
              <a:t>Key influencing factors detected</a:t>
            </a:r>
          </a:p>
          <a:p>
            <a:pPr lvl="1"/>
            <a:r>
              <a:t>Supports strategic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